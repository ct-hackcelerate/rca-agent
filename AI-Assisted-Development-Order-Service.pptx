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57200"/>
            <a:ext cx="822960" cy="822960"/>
          </a:xfrm>
          <a:prstGeom prst="chevron">
            <a:avLst/>
          </a:prstGeom>
          <a:solidFill>
            <a:srgbClr val="12B5A5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57200"/>
            <a:ext cx="822960" cy="822960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457200"/>
            <a:ext cx="822960" cy="822960"/>
          </a:xfrm>
          <a:prstGeom prst="chevron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USE-CASE SHOWCASE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AI-Assisted, Jira-Driven Development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3429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Investigating, fixing &amp; shipping software with Claude Code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4114800"/>
            <a:ext cx="292608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case studies: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KAN-5</a:t>
            </a:r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(Bug / RCA)   ·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KAN-6</a:t>
            </a:r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(Enhancement)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3.3.1 · Java 21 · Atlassian MCP · GitHub  |  Prepared with Claude Code (Opus 4.8)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568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110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&amp; Objective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2258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AI-assisted, ticket-driven delivery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9AA7B8">
                <a:alpha val="35000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195681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19110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&amp; Toolchain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0" y="2258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+ Atlassian MCP + GitHub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2290298000000" dist="4096766000000" dir="19440000000000000">
              <a:srgbClr val="9AA7B8">
                <a:alpha val="3500000000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3035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990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Workflow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5448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Jira ticket to merged, documented fix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862072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56086784600000000" dist="52028928200000000" dir="1.1664e+21">
              <a:srgbClr val="9AA7B8">
                <a:alpha val="350000000000000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3035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990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Under Work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2376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 architecture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41064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98230216442e+21" dist="660767388140000000000" dir="6.9984e+25">
              <a:srgbClr val="9AA7B8">
                <a:alpha val="3.5e+24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4672" y="41148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Approach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55448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RCA, reproduce-first, verify, human-in-loop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941064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5175237488134e+25" dist="8.391745829378e+24" dir="4.19904e+30">
              <a:srgbClr val="9AA7B8">
                <a:alpha val="3.5000000000000005e+29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73952" y="41148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— KAN-5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223760" y="4416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root-cause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020056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3.197255160993018e+29" dist="1.0657517203310059e+29" dir="2.519424e+35">
              <a:srgbClr val="9AA7B8">
                <a:alpha val="3.5000000000000004e+34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4672" y="519379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54480" y="5148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— KAN-6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554480" y="5495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export enhancement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5020056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4.0605140544611325e+33" dist="1.3535046848203775e+33" dir="1.5116544e+40">
              <a:srgbClr val="9AA7B8">
                <a:alpha val="3.5e+39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73952" y="519379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244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23760" y="5148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Impact, Governance &amp; Roadmap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223760" y="5495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Value, safety and what's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5.156852849165638e+37" dist="1.7189509497218795e+37" dir="9.069926400000001e+44">
              <a:srgbClr val="9AA7B8">
                <a:alpha val="3.5000000000000003e+4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3474720" cy="128016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agent (Claude Code) reads Jira issues directly, investigates the codebase, implements fixes, writes tests, and ships to GitHub — with a human approving every commit.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6.549203118440361e+41" dist="2.183067706146787e+41" dir="5.44195584e+49">
              <a:srgbClr val="9AA7B8">
                <a:alpha val="3.5000000000000003e+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828800"/>
            <a:ext cx="3474720" cy="12801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Atlassian MCP integration pulls ticket context; a disciplined reproduce-first / verify workflow ensures every change is evidence-backed, not guessed.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.317487960419258e+45" dist="2.7724959868064195e+45" dir="3.2651735040000005e+54">
              <a:srgbClr val="9AA7B8">
                <a:alpha val="3.5e+5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828800"/>
            <a:ext cx="3474720" cy="12801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live tickets delivered: a bug closed via rigorous RCA and an enhancement built end-to-end — 10/10 tests green, documented in code and in Jira.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a backlog ticket into a merged, trustworthy change is slow and context-heavy.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0563209709732457e+50" dist="3.5210699032441527e+49" dir="1.9591041024000004e+59">
              <a:srgbClr val="9AA7B8">
                <a:alpha val="3.5e+5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276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switching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660904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hop between Jira, IDE, terminal and Git — losing focus and time on every ticket.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341527633136022e+54" dist="4.471758777120074e+53" dir="1.1754624614400003e+64">
              <a:srgbClr val="9AA7B8">
                <a:alpha val="3.5000000000000004e+6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2768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Shallow fixes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2660904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Pressure to “just make it pass” leads to guessed fixes without reproducing the real defect.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7037400940827478e+58" dist="5.679133646942494e+57" dir="7.052774768640002e+68">
              <a:srgbClr val="9AA7B8">
                <a:alpha val="3.500000000000001e+6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0599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 documentation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443984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 lives in someone's head; tickets close with little traceability back to the change.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2578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16374991948509e+62" dist="7.212499731616968e+61" dir="4.2316648611840007e+73">
              <a:srgbClr val="9AA7B8">
                <a:alpha val="3.5000000000000006e+7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0599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Inconsistent quality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4443984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Tests, error handling and docs vary by author and deadline.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&amp; Toolchain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880360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0F2440"/>
          </a:solidFill>
          <a:ln/>
          <a:effectLst>
            <a:outerShdw sx="100000" sy="100000" kx="0" ky="0" algn="bl" rotWithShape="0" blurRad="2.747962397746064e+66" dist="9.15987465915355e+65" dir="2.5389989167104004e+78">
              <a:srgbClr val="9AA7B8">
                <a:alpha val="3.5000000000000005e+79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(Opus 4.8)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3.4899122451375014e+70" dist="1.1633040817125008e+70" dir="1.5233993500262402e+83">
              <a:srgbClr val="9AA7B8">
                <a:alpha val="3.5000000000000003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554480"/>
            <a:ext cx="109728" cy="105156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7007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(Atlassian MCP)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issues, post design notes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55448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4.432188551324627e+74" dist="1.477396183774876e+74" dir="9.14039610015744e+87">
              <a:srgbClr val="9AA7B8">
                <a:alpha val="3.5e+8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052560" y="1554480"/>
            <a:ext cx="109728" cy="105156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17007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Workspace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81160" y="20848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/ Java 21 repo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5.628879460182276e+78" dist="1.8762931533940924e+78" dir="5.484237660094465e+92">
              <a:srgbClr val="9AA7B8">
                <a:alpha val="3.5e+9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434840"/>
            <a:ext cx="109728" cy="1051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5811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Test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4965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Maven · JUnit 5 · MockMvc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443484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.14867691443149e+82" dist="2.3828923048104974e+82" dir="3.2905425960566786e+97">
              <a:srgbClr val="9AA7B8">
                <a:alpha val="3.5e+9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4434840"/>
            <a:ext cx="109728" cy="105156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45811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4965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· commit · push · PR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1880" y="2084832"/>
            <a:ext cx="1325880" cy="960120"/>
          </a:xfrm>
          <a:prstGeom prst="line">
            <a:avLst/>
          </a:prstGeom>
          <a:noFill/>
          <a:ln w="25400">
            <a:solidFill>
              <a:srgbClr val="12B5A5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69480" y="3063240"/>
            <a:ext cx="1783080" cy="-91440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11880" y="4937760"/>
            <a:ext cx="1325880" cy="-96012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3886200"/>
            <a:ext cx="1783080" cy="1051560"/>
          </a:xfrm>
          <a:prstGeom prst="line">
            <a:avLst/>
          </a:prstGeom>
          <a:noFill/>
          <a:ln w="25400">
            <a:solidFill>
              <a:srgbClr val="2FA36B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agent orchestrates the full loop — the human stays in control at every commit boundary.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20240"/>
            <a:ext cx="2084832" cy="566928"/>
          </a:xfrm>
          <a:prstGeom prst="homePlat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Ingest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" y="25420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Jira issue via MCP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2084832" cy="566928"/>
          </a:xfrm>
          <a:prstGeom prst="homePlat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Investigate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25420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Locate code, trace logic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2084832" cy="566928"/>
          </a:xfrm>
          <a:prstGeom prst="homePlat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Reproduce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56632" y="25420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the behaviour with a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32904" y="1920240"/>
            <a:ext cx="2084832" cy="566928"/>
          </a:xfrm>
          <a:prstGeom prst="homePlat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Fix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78624" y="25420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Minimal, idiomatic change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454896" y="1920240"/>
            <a:ext cx="2084832" cy="566928"/>
          </a:xfrm>
          <a:prstGeom prst="homePlate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Verify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500616" y="25420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full suite — green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2084832" cy="566928"/>
          </a:xfrm>
          <a:prstGeom prst="homePlate">
            <a:avLst/>
          </a:prstGeom>
          <a:solidFill>
            <a:srgbClr val="0E8F8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" y="45994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diff + evidence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3977640"/>
            <a:ext cx="2084832" cy="566928"/>
          </a:xfrm>
          <a:prstGeom prst="homePlate">
            <a:avLst/>
          </a:prstGeom>
          <a:solidFill>
            <a:srgbClr val="0E8F8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Approve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45994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accepts the change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10912" y="3977640"/>
            <a:ext cx="2084832" cy="566928"/>
          </a:xfrm>
          <a:prstGeom prst="homePlate">
            <a:avLst/>
          </a:prstGeom>
          <a:solidFill>
            <a:srgbClr val="0E8F8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 Commit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56632" y="45994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branch, clean message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32904" y="3977640"/>
            <a:ext cx="2084832" cy="566928"/>
          </a:xfrm>
          <a:prstGeom prst="homePlate">
            <a:avLst/>
          </a:prstGeom>
          <a:solidFill>
            <a:srgbClr val="0E8F8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 Push / PR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78624" y="45994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to GitHub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54896" y="3977640"/>
            <a:ext cx="2084832" cy="566928"/>
          </a:xfrm>
          <a:prstGeom prst="homePlate">
            <a:avLst/>
          </a:prstGeom>
          <a:solidFill>
            <a:srgbClr val="0E8F8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Document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00616" y="4599432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notes back to Jira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72800" y="2212848"/>
            <a:ext cx="502920" cy="173736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" y="4261104"/>
            <a:ext cx="0" cy="0"/>
          </a:xfrm>
          <a:prstGeom prst="line">
            <a:avLst/>
          </a:prstGeom>
          <a:noFill/>
          <a:ln w="25400">
            <a:solidFill>
              <a:srgbClr val="6B7789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66928" y="5532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EAF0F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Human-in-the-loop:  </a:t>
            </a:r>
            <a:pPr indent="0" marL="0">
              <a:buNone/>
            </a:pPr>
            <a:r>
              <a:rPr lang="en-US" sz="12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1–5 are autonomous &amp; evidence-driven; nothing is committed, pushed or posted to Jira without explicit approval (steps 6–7).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Under Work — Order Service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9.078819681327992e+86" dist="3.0262732271093317e+86" dir="1.9743255576340073e+102">
              <a:srgbClr val="9AA7B8">
                <a:alpha val="3.4999999999999995e+10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83080"/>
            <a:ext cx="146304" cy="786384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9280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 (REST API)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224028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· Product · Customer · Inventory · Export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569464"/>
            <a:ext cx="0" cy="146304"/>
          </a:xfrm>
          <a:prstGeom prst="line">
            <a:avLst/>
          </a:prstGeom>
          <a:noFill/>
          <a:ln w="19050">
            <a:solidFill>
              <a:srgbClr val="6B778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2715768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153010099528655e+91" dist="3.8433669984288512e+90" dir="1.1845953345804043e+107">
              <a:srgbClr val="9AA7B8">
                <a:alpha val="3.4999999999999994e+10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15768"/>
            <a:ext cx="146304" cy="78638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825496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 (business logic · @Transactional)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317296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OrderService · InventoryService · ExportService · 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02152"/>
            <a:ext cx="0" cy="146304"/>
          </a:xfrm>
          <a:prstGeom prst="line">
            <a:avLst/>
          </a:prstGeom>
          <a:noFill/>
          <a:ln w="19050">
            <a:solidFill>
              <a:srgbClr val="6B778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648456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4643228264013918e+95" dist="4.8810760880046414e+94" dir="7.107572007482426e+111">
              <a:srgbClr val="9AA7B8">
                <a:alpha val="3.4999999999999995e+11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648456"/>
            <a:ext cx="146304" cy="7863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758184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  (Spring Data JPA)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0120" y="410565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OrderRepository · InventoryRepository · 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80560" y="4434840"/>
            <a:ext cx="0" cy="146304"/>
          </a:xfrm>
          <a:prstGeom prst="line">
            <a:avLst/>
          </a:prstGeom>
          <a:noFill/>
          <a:ln w="19050">
            <a:solidFill>
              <a:srgbClr val="6B778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4581144"/>
            <a:ext cx="7680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8596899895297677e+99" dist="6.198966631765894e+98" dir="4.2645432044894554e+116">
              <a:srgbClr val="9AA7B8">
                <a:alpha val="3.499999999999999e+11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581144"/>
            <a:ext cx="146304" cy="78638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69087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H2 In-Memory Database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0120" y="503834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create-drop schema · reset on restart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41080" y="1783080"/>
            <a:ext cx="2971800" cy="3602736"/>
          </a:xfrm>
          <a:prstGeom prst="roundRect">
            <a:avLst>
              <a:gd name="adj" fmla="val 3077"/>
            </a:avLst>
          </a:prstGeom>
          <a:solidFill>
            <a:srgbClr val="0F2440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361806286702805e+103" dist="7.872687622342685e+102" dir="2.5587259226936733e+121">
              <a:srgbClr val="9AA7B8">
                <a:alpha val="3.499999999999999e+12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6968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96528" y="237744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GlobalExceptionHandler</a:t>
            </a:r>
            <a:endParaRPr lang="en-US" sz="1400" dirty="0"/>
          </a:p>
          <a:p>
            <a:pPr lvl="1" marL="711200" indent="-3556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404 / 409 / 400 JSON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DTOs decouple API from JPA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Lombok builders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Jakarta Bean Validation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in scope touch the Controller ↔ Service ↔ Repository path (Export &amp; Inventory).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Approach &amp; Principles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999493984112562e+107" dist="9.998313280375211e+106" dir="1.535235553616204e+126">
              <a:srgbClr val="9AA7B8">
                <a:alpha val="3.499999999999999e+1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2B5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 first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the defect with a failing/observing test before touching code — no guessing.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3.809357359822954e+111" dist="1.2697857866076517e+111" dir="9.211413321697224e+130">
              <a:srgbClr val="9AA7B8">
                <a:alpha val="3.4999999999999992e+1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Root-cause, not symptom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the real control flow; confirm the true cause with evidence (logs, HTTP status, git history).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4.837883846975152e+115" dist="1.6126279489917177e+115" dir="5.526847993018334e+135">
              <a:srgbClr val="9AA7B8">
                <a:alpha val="3.499999999999999e+13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20116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15400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Minimal, idiomatic change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02752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the surrounding code's style; smallest change that fully solves the ticket.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6.144112485658443e+119" dist="2.0480374952194813e+119" dir="3.3161087958110005e+140">
              <a:srgbClr val="9AA7B8">
                <a:alpha val="3.499999999999999e+14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069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end-to-end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the real flow (MockMvc / full suite), not just compile or unit stubs.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.803022856786223e+123" dist="2.6010076189287412e+123" dir="1.9896652774866004e+145">
              <a:srgbClr val="9AA7B8">
                <a:alpha val="3.499999999999999e+14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0" y="4069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 &amp; test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99432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regression tests; keep the working tree green; don't let new tests pollute others.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9.909839028118503e+127" dist="3.303279676039501e+127" dir="1.1937991664919603e+150">
              <a:srgbClr val="9AA7B8">
                <a:alpha val="3.499999999999999e+15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75320" y="406908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540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Traceability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02752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rationale in code, README and Jira; every change maps back to a ticket.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KAN-5 — Bug: Insufficient-Stock Error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658368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E457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· HIGH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2585495565710499e+132" dist="4.195165188570166e+131" dir="7.162794998951762e+154">
              <a:srgbClr val="9AA7B8">
                <a:alpha val="3.499999999999999e+15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847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“Ordering more than available stock throws an internal error; the client gets an unfriendly response.”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5983579368452334e+136" dist="5.327859789484111e+135" dir="4.297676999371057e+159">
              <a:srgbClr val="9AA7B8">
                <a:alpha val="3.499999999999999e+16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847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3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(via reproduction)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MockMvc test: stock 5, order 50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result → HTTP 409 + clear JSON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handled by GlobalExceptionHandler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AF0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136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 </a:t>
            </a:r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defect does not reproduce on HEAD — an off-by-one (</a:t>
            </a:r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vs &lt;=</a:t>
            </a:r>
            <a:pPr indent="0" marL="0">
              <a:buNone/>
            </a:pPr>
            <a:r>
              <a:rPr lang="en-US" sz="13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had already been broken then reverted in git history. Behaviour is correct.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257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a regression test locking in the 409 + friendly body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silent re-break of the threshold check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findings transparently — no fabricated fix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KAN-6 — Enhancement: Order Export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0" y="658368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 · MED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0299145797934463e+140" dist="6.766381932644821e+139" dir="2.5786061996226343e+164">
              <a:srgbClr val="9AA7B8">
                <a:alpha val="3.4999999999999995e+16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91640"/>
            <a:ext cx="5394960" cy="502920"/>
          </a:xfrm>
          <a:prstGeom prst="rect">
            <a:avLst/>
          </a:prstGeom>
          <a:solidFill>
            <a:srgbClr val="6B778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only — no JSON option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was mandatory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validation (from &gt; to → silent empty)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Sparse rows: id, orderNumber, status, total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One-line documentation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577991516337677e+144" dist="8.593305054458923e+143" dir="1.5471637197735807e+169">
              <a:srgbClr val="9AA7B8">
                <a:alpha val="3.4999999999999997e+17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91640"/>
            <a:ext cx="5349240" cy="50292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format=json | csv (default csv)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optional → export all when omitted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Inverted range / bad format → HTTP 400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Enriched rows + customerId, itemCount, createdAt, recordCount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+ Jira design notes; 5 web-layer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on branch feature/KAN-6-order-export (commit c8fd9b2) — pushed to GitHub.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KAN-6 — Request Flow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7373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71016" y="2331720"/>
            <a:ext cx="18288" cy="32461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7373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12B5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ExportController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68496" y="2331720"/>
            <a:ext cx="18288" cy="32461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7373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ExportService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94576" y="2331720"/>
            <a:ext cx="18288" cy="32461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73736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OrderRepository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20656" y="2331720"/>
            <a:ext cx="18288" cy="32461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2743200"/>
            <a:ext cx="26974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280160" y="243230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/api/export/orders?format=json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77640" y="3383280"/>
            <a:ext cx="2926080" cy="0"/>
          </a:xfrm>
          <a:prstGeom prst="line">
            <a:avLst/>
          </a:prstGeom>
          <a:noFill/>
          <a:ln w="25400">
            <a:solidFill>
              <a:srgbClr val="12B5A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977640" y="30723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exportOrders(format, from, to)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4023360"/>
            <a:ext cx="2926080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903720" y="37124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findAll()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03720" y="4572000"/>
            <a:ext cx="2926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903720" y="42611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977640" y="5120640"/>
            <a:ext cx="2926080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dash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977640" y="4809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ExportResponse (summaries)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80160" y="5715000"/>
            <a:ext cx="2697480" cy="0"/>
          </a:xfrm>
          <a:prstGeom prst="line">
            <a:avLst/>
          </a:prstGeom>
          <a:noFill/>
          <a:ln w="25400">
            <a:solidFill>
              <a:srgbClr val="12B5A5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280160" y="540410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· JSON  (or 400 on bad input)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77440" y="5989320"/>
            <a:ext cx="7406640" cy="566928"/>
          </a:xfrm>
          <a:prstGeom prst="roundRect">
            <a:avLst>
              <a:gd name="adj" fmla="val 12903"/>
            </a:avLst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605332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(from &gt; to, unknown format) → IllegalArgumentException → 400 via GlobalExceptionHandler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Insight — Test Isolation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4475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green build isn't enough — a subtle, shared-state bug in the test harness was found and contained.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3.2740492257488497e+148" dist="1.0913497419162833e+148" dir="9.282982318641485e+173">
              <a:srgbClr val="9AA7B8">
                <a:alpha val="3.4999999999999996e+17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MockMvc test made older tests fail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“Customer not found with id: 1”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when run together, not in isolation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4.158042516701039e+152" dist="1.38601417223368e+152" dir="5.569789391184891e+178">
              <a:srgbClr val="9AA7B8">
                <a:alpha val="3.5e+18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H2 DB jdbc:h2:mem:orderservice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JVM-wide across Spring contexts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create-drop + rollback advances identity IDs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Older tests hardcode customerId =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0F2440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5.28071399621032e+156" dist="1.7602379987367734e+156" dir="3.3418736347109347e+183">
              <a:srgbClr val="9AA7B8">
                <a:alpha val="3.5e+18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0474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(contained, non-invasive)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the new tests onto their own datasource via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@TestPropertySource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8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rollback. Legacy tests left untouched; flagged for a separate hardening task.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Value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6.706506775187106e+160" dist="2.235502258395702e+160" dir="2.0051241808265608e+188">
              <a:srgbClr val="9AA7B8">
                <a:alpha val="3.5e+19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83080"/>
            <a:ext cx="2615184" cy="128016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tickets delivered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bug RCA + 1 enhancement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38144" y="178308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8.517263604487625e+164" dist="2.8390878681625417e+164" dir="1.2030745084959364e+193">
              <a:srgbClr val="9AA7B8">
                <a:alpha val="3.5e+19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38144" y="1783080"/>
            <a:ext cx="2615184" cy="128016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3438144" y="210312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75304" y="3063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75304" y="3456432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regressions introduced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6208" y="178308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0816924777699284e+169" dist="3.605641592566428e+168" dir="7.218447050975619e+197">
              <a:srgbClr val="9AA7B8">
                <a:alpha val="3.5e+20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783080"/>
            <a:ext cx="2615184" cy="12801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6236208" y="210312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373368" y="3063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changes human-approved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3456432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any commit / push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34272" y="1783080"/>
            <a:ext cx="26151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3737494467678092e+173" dist="4.579164822559364e+172" dir="4.3310682305853715e+202">
              <a:srgbClr val="9AA7B8">
                <a:alpha val="3.5e+20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34272" y="1783080"/>
            <a:ext cx="2615184" cy="12801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9034272" y="210312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171432" y="306324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per ticket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71432" y="3456432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· tests · documentation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3434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498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cycle time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→ shipped change without tool-hopping.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43400" y="43434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AF0F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4498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trust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Evidence-backed, reproduced, verified changes.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4343400"/>
            <a:ext cx="3474720" cy="1600200"/>
          </a:xfrm>
          <a:prstGeom prst="roundRect">
            <a:avLst>
              <a:gd name="adj" fmla="val 5714"/>
            </a:avLst>
          </a:prstGeom>
          <a:solidFill>
            <a:srgbClr val="EAF0F8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4498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traceability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7532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 captured in code, README &amp; Jira.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reflect this engagement's two tickets; illustrative of the repeatable pattern at scale.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Governance, Safety &amp; Trust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.7446617973951177e+177" dist="5.815539324650392e+176" dir="2.598640938351223e+207">
              <a:srgbClr val="9AA7B8">
                <a:alpha val="3.5000000000000004e+21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103120"/>
            <a:ext cx="566928" cy="566928"/>
          </a:xfrm>
          <a:prstGeom prst="ellipse">
            <a:avLst/>
          </a:prstGeom>
          <a:solidFill>
            <a:srgbClr val="12B5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0756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asks for explicit acceptance before every commit, push, or Jira update. Approval in one step never carries to the next.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2157204826917993e+181" dist="7.385734942305998e+180" dir="1.5591845630107338e+212">
              <a:srgbClr val="9AA7B8">
                <a:alpha val="3.500000000000001e+21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210312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78040" y="20756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fabricated work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178040" y="265176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KAN-5 didn't reproduce, the agent reported the truth instead of inventing a change.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.813965013018585e+185" dist="9.379883376728618e+184" dir="9.355107378064403e+216">
              <a:srgbClr val="9AA7B8">
                <a:alpha val="3.500000000000001e+22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411480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087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over assertion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45920" y="466344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 backed by reproductions, HTTP responses and git history — not claims.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3.5737355665336036e+189" dist="1.1912451888445345e+189" dir="5.613064426838642e+221">
              <a:srgbClr val="9AA7B8">
                <a:alpha val="3.500000000000001e+22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8232" y="411480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87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auditable Git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4663440"/>
            <a:ext cx="4069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branches, scoped commits, no build artifacts; co-authorship attributed.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Development  ·  Order Service (RCA)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Next Steps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316736"/>
            <a:ext cx="822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4.5386441694976765e+193" dist="1.5128813898325588e+193" dir="3.367838656103185e+226">
              <a:srgbClr val="9AA7B8">
                <a:alpha val="3.500000000000001e+23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783080"/>
            <a:ext cx="3474720" cy="685800"/>
          </a:xfrm>
          <a:prstGeom prst="rect">
            <a:avLst/>
          </a:prstGeom>
          <a:solidFill>
            <a:srgbClr val="12B5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on live tickets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Jira-driven bug &amp; enhancement flow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Human-approved commits &amp; PRs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notes synced to Jira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5.764078095262049e+197" dist="1.9213593650873497e+197" dir="2.020703193661911e+231">
              <a:srgbClr val="9AA7B8">
                <a:alpha val="3.500000000000001e+23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783080"/>
            <a:ext cx="3474720" cy="6858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the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6008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Auto-open PRs with templates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down date filter to repository query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legacy shared-DB tests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.320379180982803e+201" dist="2.440126393660934e+201" dir="1.2124219161971466e+236">
              <a:srgbClr val="9AA7B8">
                <a:alpha val="3.500000000000001e+24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783080"/>
            <a:ext cx="3474720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Org-wide enablement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328" y="306324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playbooks &amp; guardrails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gate + security review skill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0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dashboard for adoption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394960"/>
            <a:ext cx="777240" cy="777240"/>
          </a:xfrm>
          <a:prstGeom prst="chevron">
            <a:avLst/>
          </a:prstGeom>
          <a:solidFill>
            <a:srgbClr val="6C5CE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5394960"/>
            <a:ext cx="777240" cy="777240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5394960"/>
            <a:ext cx="777240" cy="777240"/>
          </a:xfrm>
          <a:prstGeom prst="chevron">
            <a:avLst/>
          </a:prstGeom>
          <a:solidFill>
            <a:srgbClr val="12B5A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backlog ticket to verified, documented, shipped change — with a human in control.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B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 welcome.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Service (RCA)  ·  Claude Code (Opus 4.8)  ·  Atlassian MCP + 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CitiusTech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AI-Assisted, Jira-Driven Development with Claude Code</dc:title>
  <dc:subject>PptxGenJS Presentation</dc:subject>
  <dc:creator>Claude Code</dc:creator>
  <cp:lastModifiedBy>Claude Code</cp:lastModifiedBy>
  <cp:revision>1</cp:revision>
  <dcterms:created xsi:type="dcterms:W3CDTF">2026-07-15T10:40:39Z</dcterms:created>
  <dcterms:modified xsi:type="dcterms:W3CDTF">2026-07-15T10:40:39Z</dcterms:modified>
</cp:coreProperties>
</file>